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56" y="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14C4A-3B8A-48B0-83C4-77898BD2EBA8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5C1F8-7C31-4D45-85D8-61A8661C891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6888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14C4A-3B8A-48B0-83C4-77898BD2EBA8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5C1F8-7C31-4D45-85D8-61A8661C8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762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14C4A-3B8A-48B0-83C4-77898BD2EBA8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5C1F8-7C31-4D45-85D8-61A8661C891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0891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14C4A-3B8A-48B0-83C4-77898BD2EBA8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5C1F8-7C31-4D45-85D8-61A8661C8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295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14C4A-3B8A-48B0-83C4-77898BD2EBA8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5C1F8-7C31-4D45-85D8-61A8661C8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260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14C4A-3B8A-48B0-83C4-77898BD2EBA8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5C1F8-7C31-4D45-85D8-61A8661C8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000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14C4A-3B8A-48B0-83C4-77898BD2EBA8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5C1F8-7C31-4D45-85D8-61A8661C8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42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E714C4A-3B8A-48B0-83C4-77898BD2EBA8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335C1F8-7C31-4D45-85D8-61A8661C8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468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14C4A-3B8A-48B0-83C4-77898BD2EBA8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5C1F8-7C31-4D45-85D8-61A8661C8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43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14C4A-3B8A-48B0-83C4-77898BD2EBA8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5C1F8-7C31-4D45-85D8-61A8661C8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230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14C4A-3B8A-48B0-83C4-77898BD2EBA8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5C1F8-7C31-4D45-85D8-61A8661C8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391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E714C4A-3B8A-48B0-83C4-77898BD2EBA8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335C1F8-7C31-4D45-85D8-61A8661C8919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9961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55401-EAA4-9C4F-7BA1-2E704ADD80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207713-BC99-9115-5BD9-E7F3E944CB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853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EB634-4FF2-5A8F-8CD7-0EBCC2096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331E1-0F5E-4DEB-1850-C6975B153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91256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Calibri</vt:lpstr>
      <vt:lpstr>Calibri Light</vt:lpstr>
      <vt:lpstr>Retrospect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Seikh Fuyad Sakib [Student-PECS]</dc:creator>
  <cp:lastModifiedBy>Seikh Fuyad Sakib [Student-PECS]</cp:lastModifiedBy>
  <cp:revision>2</cp:revision>
  <dcterms:created xsi:type="dcterms:W3CDTF">2025-12-08T20:21:41Z</dcterms:created>
  <dcterms:modified xsi:type="dcterms:W3CDTF">2025-12-08T20:23:40Z</dcterms:modified>
</cp:coreProperties>
</file>